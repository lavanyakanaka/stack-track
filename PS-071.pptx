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76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49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274320"/>
            <a:ext cx="2194560" cy="4572000"/>
          </a:xfrm>
          <a:prstGeom prst="rect">
            <a:avLst/>
          </a:prstGeom>
          <a:solidFill>
            <a:srgbClr val="1D3639">
              <a:alpha val="60000"/>
            </a:srgbClr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B.TECH CSE  | 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 err="1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StackTrack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 Student Coding Profile Tracker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01168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Lavanya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570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Keerthika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679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Sunitha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Madhurima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5570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Jay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8679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Pavan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105AB-9775-6C21-67D5-52327213F318}"/>
              </a:ext>
            </a:extLst>
          </p:cNvPr>
          <p:cNvSpPr txBox="1"/>
          <p:nvPr/>
        </p:nvSpPr>
        <p:spPr>
          <a:xfrm>
            <a:off x="7216140" y="2190541"/>
            <a:ext cx="12420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tencil" pitchFamily="82" charset="77"/>
              </a:rPr>
              <a:t> Team</a:t>
            </a:r>
          </a:p>
          <a:p>
            <a:r>
              <a:rPr lang="en-US" sz="2400" dirty="0">
                <a:solidFill>
                  <a:schemeClr val="bg1"/>
                </a:solidFill>
                <a:latin typeface="Stencil" pitchFamily="82" charset="77"/>
              </a:rPr>
              <a:t>     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92726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72" y="147008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7205" y="147675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Students solve coding problems on multiple platforms, making progress tracking difficult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2181212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448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23511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Faculty lack visibility into student coding activity and performance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0040" y="306818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3639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12429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Students do not receive personalized learning guidance and recommendations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20040" y="394416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83" y="4133825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4032504"/>
            <a:ext cx="4480560" cy="42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Coding history is fragmented across platforms, reducing learning efficiency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03504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Without Automation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035040" y="1417320"/>
            <a:ext cx="2926080" cy="100584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035040" y="14721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3200" dirty="0"/>
          </a:p>
        </p:txBody>
      </p:sp>
      <p:sp>
        <p:nvSpPr>
          <p:cNvPr id="19" name="Text 13"/>
          <p:cNvSpPr/>
          <p:nvPr/>
        </p:nvSpPr>
        <p:spPr>
          <a:xfrm>
            <a:off x="6035040" y="19476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wasted in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manually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tracking coding performance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035040" y="2606040"/>
            <a:ext cx="292608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035040" y="26609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3×</a:t>
            </a:r>
            <a:endParaRPr lang="en-US" sz="3200" dirty="0"/>
          </a:p>
        </p:txBody>
      </p:sp>
      <p:sp>
        <p:nvSpPr>
          <p:cNvPr id="22" name="Text 16"/>
          <p:cNvSpPr/>
          <p:nvPr/>
        </p:nvSpPr>
        <p:spPr>
          <a:xfrm>
            <a:off x="6035040" y="3136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difficulty in monitoring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Student progress across platforms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035040" y="3794760"/>
            <a:ext cx="292608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035040" y="38496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6035040" y="43251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Students miss personalized guidance opportunities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 &amp;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unified platform combining Power Automate, Power Apps &amp; AI integration for end-to-end coding practice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545336"/>
            <a:ext cx="438912" cy="43891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5910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Tracking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768" y="20482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Tracks coding activity from </a:t>
            </a:r>
            <a:r>
              <a:rPr lang="en-US" sz="1100" dirty="0" err="1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LeetCode</a:t>
            </a: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, </a:t>
            </a:r>
            <a:r>
              <a:rPr lang="en-US" sz="1100" dirty="0" err="1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GeeksforGeeks</a:t>
            </a: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, and </a:t>
            </a:r>
            <a:r>
              <a:rPr lang="en-US" sz="1100" dirty="0" err="1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CodeChef</a:t>
            </a: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 in one platform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72968" y="13898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82696" y="1545336"/>
            <a:ext cx="438912" cy="438912"/>
          </a:xfrm>
          <a:prstGeom prst="ellipse">
            <a:avLst/>
          </a:prstGeom>
          <a:solidFill>
            <a:schemeClr val="bg1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794760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82696" y="20482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Personalized coding suggestions based on student performance and weak topics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25896" y="138988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35624" y="1545336"/>
            <a:ext cx="438912" cy="43891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59105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7688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Topic-wise  Analytics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35624" y="20482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Analyzes coding suggestions based on student performance and weak topics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308152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29768" y="3236976"/>
            <a:ext cx="438912" cy="438912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28269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 &amp; Alerts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9768" y="373989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Automated reminders, progress updates, and performance notifications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72968" y="308152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82696" y="3236976"/>
            <a:ext cx="438912" cy="43891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28269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Faculty Monitoring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282696" y="373989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cs typeface="Poppins" pitchFamily="34" charset="-120"/>
              </a:rPr>
              <a:t>Faculty can monitor student practice, activity, and coding consistency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25896" y="3081528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C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135624" y="3236976"/>
            <a:ext cx="438912" cy="438912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282696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47688" y="32369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Instituition</a:t>
            </a:r>
            <a:r>
              <a:rPr lang="en-US" sz="1300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Dashboard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135624" y="373989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Department-wise analytics, coding trends, and placement preparation insights</a:t>
            </a:r>
            <a:endParaRPr lang="en-US" sz="1100" dirty="0"/>
          </a:p>
        </p:txBody>
      </p:sp>
      <p:pic>
        <p:nvPicPr>
          <p:cNvPr id="40" name="Graphic 39" descr="Artificial Intelligence with solid fill">
            <a:extLst>
              <a:ext uri="{FF2B5EF4-FFF2-40B4-BE49-F238E27FC236}">
                <a16:creationId xmlns:a16="http://schemas.microsoft.com/office/drawing/2014/main" id="{09374D4B-6D3A-D4C3-CB7B-89505B5914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9297" y="1560715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685800" cy="68580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97430" y="1170432"/>
            <a:ext cx="685800" cy="68580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9743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1455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2895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29100" y="1170432"/>
            <a:ext cx="685800" cy="68580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2910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4622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AI Analysis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062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0770" y="1170432"/>
            <a:ext cx="685800" cy="685800"/>
          </a:xfrm>
          <a:prstGeom prst="ellipse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6077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13054" y="1938528"/>
            <a:ext cx="1417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 &amp;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92290" y="1481328"/>
            <a:ext cx="115443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1170432"/>
            <a:ext cx="685800" cy="685800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92440" y="11704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77890" y="1938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cs typeface="Poppins" pitchFamily="34" charset="-120"/>
              </a:rPr>
              <a:t>Analytics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8412480" cy="475488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487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Apps Interface integrates this module into the institutional portal for authorized access to coding progress, analytics &amp; reports.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14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B86F5CC-6995-6F1C-8E65-DC6F22262DA4}"/>
              </a:ext>
            </a:extLst>
          </p:cNvPr>
          <p:cNvGrpSpPr/>
          <p:nvPr/>
        </p:nvGrpSpPr>
        <p:grpSpPr>
          <a:xfrm>
            <a:off x="2443889" y="3578940"/>
            <a:ext cx="2025258" cy="1296764"/>
            <a:chOff x="2084832" y="3429000"/>
            <a:chExt cx="1591056" cy="1371600"/>
          </a:xfrm>
        </p:grpSpPr>
        <p:sp>
          <p:nvSpPr>
            <p:cNvPr id="31" name="Shape 29"/>
            <p:cNvSpPr/>
            <p:nvPr/>
          </p:nvSpPr>
          <p:spPr>
            <a:xfrm>
              <a:off x="2084832" y="3429000"/>
              <a:ext cx="1591056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C8A8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084832" y="3493008"/>
              <a:ext cx="159105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Power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Automate</a:t>
              </a:r>
              <a:endParaRPr lang="en-US" sz="13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2084832" y="4160520"/>
              <a:ext cx="1591056" cy="621792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2084832" y="4160520"/>
              <a:ext cx="1591056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Workflow &amp; 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Automation</a:t>
              </a:r>
              <a:endParaRPr lang="en-US" sz="11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3803904" y="3493008"/>
            <a:ext cx="1591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BI</a:t>
            </a:r>
            <a:endParaRPr lang="en-US" sz="130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1046BBF-B2D1-023F-B023-B67A50086B64}"/>
              </a:ext>
            </a:extLst>
          </p:cNvPr>
          <p:cNvGrpSpPr/>
          <p:nvPr/>
        </p:nvGrpSpPr>
        <p:grpSpPr>
          <a:xfrm>
            <a:off x="4629824" y="3547030"/>
            <a:ext cx="2025258" cy="1307592"/>
            <a:chOff x="5522976" y="3429000"/>
            <a:chExt cx="1591056" cy="1371600"/>
          </a:xfrm>
        </p:grpSpPr>
        <p:sp>
          <p:nvSpPr>
            <p:cNvPr id="39" name="Shape 37"/>
            <p:cNvSpPr/>
            <p:nvPr/>
          </p:nvSpPr>
          <p:spPr>
            <a:xfrm>
              <a:off x="5522976" y="3429000"/>
              <a:ext cx="1591056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C8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5522976" y="3493008"/>
              <a:ext cx="159105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D3639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Power Apps</a:t>
              </a:r>
              <a:endParaRPr lang="en-US" sz="13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522976" y="4178808"/>
              <a:ext cx="1591056" cy="621792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5522976" y="4160520"/>
              <a:ext cx="1591056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Web &amp; Mobile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 Integration</a:t>
              </a:r>
              <a:endParaRPr lang="en-US" sz="11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EA5F497-6AEE-8241-3C8E-2134709404AE}"/>
              </a:ext>
            </a:extLst>
          </p:cNvPr>
          <p:cNvGrpSpPr/>
          <p:nvPr/>
        </p:nvGrpSpPr>
        <p:grpSpPr>
          <a:xfrm>
            <a:off x="6846570" y="3538729"/>
            <a:ext cx="2025258" cy="1311951"/>
            <a:chOff x="7242048" y="3429000"/>
            <a:chExt cx="1591056" cy="1376172"/>
          </a:xfrm>
        </p:grpSpPr>
        <p:sp>
          <p:nvSpPr>
            <p:cNvPr id="43" name="Shape 41"/>
            <p:cNvSpPr/>
            <p:nvPr/>
          </p:nvSpPr>
          <p:spPr>
            <a:xfrm>
              <a:off x="7242048" y="3429000"/>
              <a:ext cx="1591056" cy="1371600"/>
            </a:xfrm>
            <a:prstGeom prst="rect">
              <a:avLst/>
            </a:prstGeom>
            <a:solidFill>
              <a:srgbClr val="1D3639"/>
            </a:solidFill>
            <a:ln w="12700">
              <a:solidFill>
                <a:srgbClr val="1D363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7242048" y="3493008"/>
              <a:ext cx="159105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Claude API</a:t>
              </a:r>
              <a:endParaRPr lang="en-US" sz="13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7242048" y="4183380"/>
              <a:ext cx="1591056" cy="621792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7242048" y="4160520"/>
              <a:ext cx="1591056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AI Recommendations &amp;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Insights</a:t>
              </a:r>
              <a:endParaRPr lang="en-US" sz="11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490F024-5E6A-C222-0102-C4D6DBBECAC2}"/>
              </a:ext>
            </a:extLst>
          </p:cNvPr>
          <p:cNvGrpSpPr/>
          <p:nvPr/>
        </p:nvGrpSpPr>
        <p:grpSpPr>
          <a:xfrm>
            <a:off x="157704" y="3578940"/>
            <a:ext cx="2094006" cy="1313367"/>
            <a:chOff x="365760" y="3410712"/>
            <a:chExt cx="1664208" cy="1377375"/>
          </a:xfrm>
        </p:grpSpPr>
        <p:sp>
          <p:nvSpPr>
            <p:cNvPr id="27" name="Shape 25"/>
            <p:cNvSpPr/>
            <p:nvPr/>
          </p:nvSpPr>
          <p:spPr>
            <a:xfrm>
              <a:off x="438912" y="3410712"/>
              <a:ext cx="1591056" cy="1371600"/>
            </a:xfrm>
            <a:prstGeom prst="rect">
              <a:avLst/>
            </a:prstGeom>
            <a:solidFill>
              <a:srgbClr val="1D3639"/>
            </a:solidFill>
            <a:ln w="12700">
              <a:solidFill>
                <a:srgbClr val="1D363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365760" y="3493008"/>
              <a:ext cx="1591056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Microsoft </a:t>
              </a:r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Dataverse</a:t>
              </a:r>
              <a:endParaRPr lang="en-US" sz="13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38912" y="4161643"/>
              <a:ext cx="1591056" cy="621792"/>
            </a:xfrm>
            <a:prstGeom prst="rect">
              <a:avLst/>
            </a:prstGeom>
            <a:solidFill>
              <a:srgbClr val="E3562B"/>
            </a:solidFill>
            <a:ln w="12700">
              <a:solidFill>
                <a:srgbClr val="E3562B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65760" y="4166295"/>
              <a:ext cx="1591056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Centralized 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Poppins" pitchFamily="34" charset="0"/>
                  <a:cs typeface="Poppins" pitchFamily="34" charset="-120"/>
                </a:rPr>
                <a:t>Database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3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INTRODUCTION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Lavanya  —  Team Lead &amp; Coordination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68580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0" y="685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Pavan  —  Power Apps development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Keerthika  —  Power Automate 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Madhurima  —  Dataverse &amp; management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Jay  —  AI Integration &amp; Recommendations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Sunitha  —  API Integration &amp; Notifications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404872"/>
            <a:ext cx="8412480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Centralized coding progress tracking across multiple platforms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AI-powered </a:t>
            </a:r>
            <a:r>
              <a:rPr lang="en-US" sz="130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recommendations for student </a:t>
            </a:r>
            <a:r>
              <a:rPr lang="en-US" sz="13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improvement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 of Power Apps, Power Automate, Dataverse &amp; APIs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AF4DF"/>
                </a:solidFill>
                <a:latin typeface="Poppins" pitchFamily="34" charset="0"/>
                <a:cs typeface="Poppins" pitchFamily="34" charset="-120"/>
              </a:rPr>
              <a:t>Real-time monitoring and automated notifications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3913632"/>
            <a:ext cx="9144000" cy="36576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                     Thank You!  </a:t>
            </a:r>
            <a:r>
              <a:rPr lang="en-US" sz="1300" i="1" dirty="0">
                <a:solidFill>
                  <a:srgbClr val="FAF4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346</Words>
  <Application>Microsoft Macintosh PowerPoint</Application>
  <PresentationFormat>On-screen Show (16:9)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Poppins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AttendInsights – Project Presentation</dc:title>
  <dc:subject>PptxGenJS Presentation</dc:subject>
  <dc:creator>PptxGenJS</dc:creator>
  <cp:lastModifiedBy>23A91A1229</cp:lastModifiedBy>
  <cp:revision>14</cp:revision>
  <dcterms:created xsi:type="dcterms:W3CDTF">2026-05-07T06:41:07Z</dcterms:created>
  <dcterms:modified xsi:type="dcterms:W3CDTF">2026-05-08T16:08:50Z</dcterms:modified>
</cp:coreProperties>
</file>